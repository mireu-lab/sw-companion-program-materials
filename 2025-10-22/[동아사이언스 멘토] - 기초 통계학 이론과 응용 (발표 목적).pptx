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e53f803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e53f803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ba41a2bf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ba41a2bf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bb1eb6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9bb1eb6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e53f8034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e53f8034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e53f8034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e53f8034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e53f8034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e53f8034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9bb1eb6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9bb1eb6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9bb1eb6b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9bb1eb6b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a41a2bf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ba41a2bf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ba41a2bf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ba41a2bf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ba41a2bf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ba41a2bf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ba41a2bf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ba41a2bf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ba41a2bf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ba41a2bf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ba41a2bf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ba41a2bf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9bb1eb6b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9bb1eb6b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e2b6faf1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e2b6faf1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9bb1eb6b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9bb1eb6b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ba41a2bf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ba41a2bf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9bb1eb6b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9bb1eb6b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9bb1eb6b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9bb1eb6b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통계…가 뭐에요?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</a:t>
            </a:r>
            <a:r>
              <a:rPr lang="ko"/>
              <a:t>는 뭘하든 확률과 통계 이에요~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1757400" y="771499"/>
            <a:ext cx="5629200" cy="3600501"/>
            <a:chOff x="1757400" y="473224"/>
            <a:chExt cx="5629200" cy="3600501"/>
          </a:xfrm>
        </p:grpSpPr>
        <p:pic>
          <p:nvPicPr>
            <p:cNvPr id="61" name="Google Shape;61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48800" y="473224"/>
              <a:ext cx="3046400" cy="304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 txBox="1"/>
            <p:nvPr/>
          </p:nvSpPr>
          <p:spPr>
            <a:xfrm>
              <a:off x="1757400" y="3519625"/>
              <a:ext cx="5629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chemeClr val="dk2"/>
                  </a:solidFill>
                </a:rPr>
                <a:t>강의 자료 모음집 With Github</a:t>
              </a:r>
              <a:endParaRPr b="1" sz="24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목표: 경산 버스 818번은 제시간에 올까?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데이터셋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비슷한 주제, 비슷한 의미의 통계를 내려 볼게요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63" y="1662113"/>
            <a:ext cx="799147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근데 할려고하니깐</a:t>
            </a:r>
            <a:endParaRPr/>
          </a:p>
        </p:txBody>
      </p:sp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데이터셋이 없어….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542925"/>
            <a:ext cx="7620000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0"/>
              <a:t>상세적인 기술이야기 안할게요….</a:t>
            </a:r>
            <a:endParaRPr sz="4000"/>
          </a:p>
        </p:txBody>
      </p:sp>
      <p:sp>
        <p:nvSpPr>
          <p:cNvPr id="95" name="Google Shape;9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어짜피… 어려워… (차라리 응용을 알려줄래…)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교집합 / 합집합</a:t>
            </a:r>
            <a:endParaRPr/>
          </a:p>
        </p:txBody>
      </p:sp>
      <p:sp>
        <p:nvSpPr>
          <p:cNvPr id="101" name="Google Shape;10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수학…시간에 잤죠? 괜찮아요~ 저도 잤어요~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2"/>
          <p:cNvGrpSpPr/>
          <p:nvPr/>
        </p:nvGrpSpPr>
        <p:grpSpPr>
          <a:xfrm>
            <a:off x="915900" y="443175"/>
            <a:ext cx="1224600" cy="3795450"/>
            <a:chOff x="1922825" y="443175"/>
            <a:chExt cx="1224600" cy="3795450"/>
          </a:xfrm>
        </p:grpSpPr>
        <p:pic>
          <p:nvPicPr>
            <p:cNvPr id="107" name="Google Shape;107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96963" y="904875"/>
              <a:ext cx="876300" cy="3333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22"/>
            <p:cNvSpPr txBox="1"/>
            <p:nvPr/>
          </p:nvSpPr>
          <p:spPr>
            <a:xfrm>
              <a:off x="1922825" y="443175"/>
              <a:ext cx="1224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chemeClr val="dk1"/>
                  </a:solidFill>
                </a:rPr>
                <a:t>버스 번호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grpSp>
        <p:nvGrpSpPr>
          <p:cNvPr id="109" name="Google Shape;109;p22"/>
          <p:cNvGrpSpPr/>
          <p:nvPr/>
        </p:nvGrpSpPr>
        <p:grpSpPr>
          <a:xfrm>
            <a:off x="3067250" y="443175"/>
            <a:ext cx="1888500" cy="1931963"/>
            <a:chOff x="3067250" y="443175"/>
            <a:chExt cx="1888500" cy="1931963"/>
          </a:xfrm>
        </p:grpSpPr>
        <p:pic>
          <p:nvPicPr>
            <p:cNvPr id="110" name="Google Shape;110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25663" y="994013"/>
              <a:ext cx="1771650" cy="13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22"/>
            <p:cNvSpPr txBox="1"/>
            <p:nvPr/>
          </p:nvSpPr>
          <p:spPr>
            <a:xfrm>
              <a:off x="3067250" y="443175"/>
              <a:ext cx="1888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chemeClr val="dk1"/>
                  </a:solidFill>
                </a:rPr>
                <a:t>데이터 수집 기간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grpSp>
        <p:nvGrpSpPr>
          <p:cNvPr id="112" name="Google Shape;112;p22"/>
          <p:cNvGrpSpPr/>
          <p:nvPr/>
        </p:nvGrpSpPr>
        <p:grpSpPr>
          <a:xfrm>
            <a:off x="5723275" y="443175"/>
            <a:ext cx="1997450" cy="4513900"/>
            <a:chOff x="5049725" y="443175"/>
            <a:chExt cx="1997450" cy="4513900"/>
          </a:xfrm>
        </p:grpSpPr>
        <p:pic>
          <p:nvPicPr>
            <p:cNvPr id="113" name="Google Shape;113;p22"/>
            <p:cNvPicPr preferRelativeResize="0"/>
            <p:nvPr/>
          </p:nvPicPr>
          <p:blipFill rotWithShape="1">
            <a:blip r:embed="rId5">
              <a:alphaModFix/>
            </a:blip>
            <a:srcRect b="16254" l="0" r="0" t="0"/>
            <a:stretch/>
          </p:blipFill>
          <p:spPr>
            <a:xfrm>
              <a:off x="5049725" y="904875"/>
              <a:ext cx="1997300" cy="405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2"/>
            <p:cNvSpPr txBox="1"/>
            <p:nvPr/>
          </p:nvSpPr>
          <p:spPr>
            <a:xfrm>
              <a:off x="5049775" y="443175"/>
              <a:ext cx="1997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chemeClr val="dk1"/>
                  </a:solidFill>
                </a:rPr>
                <a:t>버스 </a:t>
              </a:r>
              <a:r>
                <a:rPr lang="ko" sz="1800">
                  <a:solidFill>
                    <a:schemeClr val="dk1"/>
                  </a:solidFill>
                </a:rPr>
                <a:t>정류장</a:t>
              </a:r>
              <a:endParaRPr sz="18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7238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5411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063" y="152400"/>
            <a:ext cx="630786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49" y="152399"/>
            <a:ext cx="4838702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450" y="1976916"/>
            <a:ext cx="6513100" cy="11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평균</a:t>
            </a:r>
            <a:endParaRPr/>
          </a:p>
        </p:txBody>
      </p: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학교 다니면서 성적 평균을 왜 구해야하는지 모르겠는데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대학가서 알게됐습니다.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3960225" y="2106650"/>
            <a:ext cx="6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413" y="485175"/>
            <a:ext cx="8399175" cy="417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편차</a:t>
            </a:r>
            <a:endParaRPr/>
          </a:p>
        </p:txBody>
      </p:sp>
      <p:sp>
        <p:nvSpPr>
          <p:cNvPr id="157" name="Google Shape;15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우리… 이거 난 이거 중2때 배웠는데 말이죠…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35788"/>
            <a:ext cx="8839202" cy="407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기계 학습…</a:t>
            </a:r>
            <a:endParaRPr/>
          </a:p>
        </p:txBody>
      </p:sp>
      <p:sp>
        <p:nvSpPr>
          <p:cNvPr id="168" name="Google Shape;168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관심 있으면 직접 공부 하세요!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다음주제… 뭐할까요?</a:t>
            </a:r>
            <a:endParaRPr/>
          </a:p>
        </p:txBody>
      </p:sp>
      <p:sp>
        <p:nvSpPr>
          <p:cNvPr id="174" name="Google Shape;174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/>
              <a:t>진짜 뭐하지….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