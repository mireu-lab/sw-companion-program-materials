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b4b76714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b4b76714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b4b76714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b4b76714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b4b76714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b4b76714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b4b76714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b4b76714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b4b76714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b4b76714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b4b76714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b4b76714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b4b76714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b4b76714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b4b76714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b4b76714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b4b76714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b4b76714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ba6f3439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ba6f3439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ba6f3439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ba6f3439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ba6f3439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ba6f3439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AI</a:t>
            </a:r>
            <a:r>
              <a:rPr lang="ko"/>
              <a:t>랑 친구 먹는 방법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LLM </a:t>
            </a:r>
            <a:r>
              <a:rPr lang="ko"/>
              <a:t>써본 사람?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LLM 써본 사람?</a:t>
            </a:r>
            <a:endParaRPr/>
          </a:p>
        </p:txBody>
      </p:sp>
      <p:pic>
        <p:nvPicPr>
          <p:cNvPr descr="파일:Google Gemini logo.svg - 위키백과, 우리 모두의 백과사전"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1575" y="623744"/>
            <a:ext cx="3047966" cy="11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파일:ChatGPT-Logo.svg - 위키백과, 우리 모두의 백과사전" id="67" name="Google Shape;6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7825" y="2816348"/>
            <a:ext cx="1195226" cy="1195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파일:Claude AI logo.svg - 위키백과, 우리 모두의 백과사전" id="68" name="Google Shape;6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1625" y="3257331"/>
            <a:ext cx="3255276" cy="69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Deepseek-logo-icon.svg - Wikimedia Commons" id="69" name="Google Shape;69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75450" y="1938037"/>
            <a:ext cx="1272376" cy="126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LLM… </a:t>
            </a:r>
            <a:r>
              <a:rPr lang="ko"/>
              <a:t>복잡한 기계에요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le:RNN architecture.png - Wikimedia Commons"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7700" y="1207400"/>
            <a:ext cx="5511925" cy="202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ATW CNN architecture.png - Wikimedia Commons" id="80" name="Google Shape;8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7723" y="446225"/>
            <a:ext cx="2610751" cy="389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기계도 </a:t>
            </a:r>
            <a:r>
              <a:rPr b="1" lang="ko"/>
              <a:t>복잡하면</a:t>
            </a:r>
            <a:r>
              <a:rPr lang="ko"/>
              <a:t>, </a:t>
            </a:r>
            <a:r>
              <a:rPr b="1" lang="ko"/>
              <a:t>거짓말</a:t>
            </a:r>
            <a:r>
              <a:rPr lang="ko"/>
              <a:t>을 하고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사람도 </a:t>
            </a:r>
            <a:r>
              <a:rPr b="1" lang="ko"/>
              <a:t>복잡해지면</a:t>
            </a:r>
            <a:r>
              <a:rPr lang="ko"/>
              <a:t>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거짓말</a:t>
            </a:r>
            <a:r>
              <a:rPr lang="ko"/>
              <a:t>을 하죠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490250" y="450150"/>
            <a:ext cx="8142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LLM</a:t>
            </a:r>
            <a:r>
              <a:rPr lang="ko"/>
              <a:t>을 더욱더 관리 하는 방법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1. </a:t>
            </a:r>
            <a:r>
              <a:rPr lang="ko"/>
              <a:t>규칙을 </a:t>
            </a:r>
            <a:r>
              <a:rPr lang="ko"/>
              <a:t>정하라</a:t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AI</a:t>
            </a:r>
            <a:r>
              <a:rPr lang="ko"/>
              <a:t>는 확률과 통계로 만들어졌어요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빅데이터를 기반해서 통계를 공부하고,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확률적으로 그 문제가 그 문제일거라는 </a:t>
            </a:r>
            <a:r>
              <a:rPr b="1" lang="ko" sz="2000"/>
              <a:t>예측 / 추론</a:t>
            </a:r>
            <a:r>
              <a:rPr lang="ko"/>
              <a:t>을 할뿐이에요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3975" y="57200"/>
            <a:ext cx="3554025" cy="48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 </a:t>
            </a:r>
            <a:r>
              <a:rPr lang="ko"/>
              <a:t>내가 알아야 거짓말을 안한다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LLM</a:t>
            </a:r>
            <a:r>
              <a:rPr lang="ko"/>
              <a:t>은 뭘하든 거짓말 할거에요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혹시 상호 편중이라는 단어를 아나요?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내가 아는 지식, </a:t>
            </a:r>
            <a:br>
              <a:rPr lang="ko"/>
            </a:br>
            <a:r>
              <a:rPr lang="ko"/>
              <a:t>LLM이 아는 지식, </a:t>
            </a:r>
            <a:br>
              <a:rPr lang="ko"/>
            </a:br>
            <a:r>
              <a:rPr lang="ko"/>
              <a:t>학교 선생님이 아는 지식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9450" y="871075"/>
            <a:ext cx="417137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3. 모르겠으면 LLM이 한 말이라도 공부 해라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LLM</a:t>
            </a:r>
            <a:r>
              <a:rPr lang="ko"/>
              <a:t>은 뭘하든 어렵게 </a:t>
            </a:r>
            <a:r>
              <a:rPr lang="ko"/>
              <a:t>설명할 거예요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공부하는용이면 아에 모르자나요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LLM이 하는 말이라도 뜯어보거나</a:t>
            </a:r>
            <a:br>
              <a:rPr lang="ko"/>
            </a:br>
            <a:r>
              <a:rPr lang="ko"/>
              <a:t>책에 있는 내용이라도 뜯어봐야해요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2400">
                <a:solidFill>
                  <a:schemeClr val="dk1"/>
                </a:solidFill>
              </a:rPr>
              <a:t>“들은 말을 흘러 듣지마라.” </a:t>
            </a:r>
            <a:endParaRPr b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거의 끝나가는데….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제가 하고 싶은말은 별로 없어요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22</a:t>
            </a:r>
            <a:r>
              <a:rPr lang="ko"/>
              <a:t>살의 제가 여러분들에게 어떠한 이미지일지는 모르겠지만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2400">
                <a:solidFill>
                  <a:schemeClr val="dk1"/>
                </a:solidFill>
              </a:rPr>
              <a:t>“지금의 자신이 미래의 자신에게 후회 받지 않고,</a:t>
            </a:r>
            <a:br>
              <a:rPr b="1" lang="ko" sz="2400">
                <a:solidFill>
                  <a:schemeClr val="dk1"/>
                </a:solidFill>
              </a:rPr>
            </a:br>
            <a:r>
              <a:rPr b="1" lang="ko" sz="2400">
                <a:solidFill>
                  <a:schemeClr val="dk1"/>
                </a:solidFill>
              </a:rPr>
              <a:t>과거의 자신이 지금의 자신에게 멋짐을 받는 삶이 되기를…”</a:t>
            </a:r>
            <a:endParaRPr b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25"/>
          <p:cNvGrpSpPr/>
          <p:nvPr/>
        </p:nvGrpSpPr>
        <p:grpSpPr>
          <a:xfrm>
            <a:off x="1757400" y="771499"/>
            <a:ext cx="5629200" cy="3600501"/>
            <a:chOff x="1757400" y="473224"/>
            <a:chExt cx="5629200" cy="3600501"/>
          </a:xfrm>
        </p:grpSpPr>
        <p:pic>
          <p:nvPicPr>
            <p:cNvPr id="127" name="Google Shape;127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48800" y="473224"/>
              <a:ext cx="3046400" cy="304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25"/>
            <p:cNvSpPr txBox="1"/>
            <p:nvPr/>
          </p:nvSpPr>
          <p:spPr>
            <a:xfrm>
              <a:off x="1757400" y="3519625"/>
              <a:ext cx="56292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2400">
                  <a:solidFill>
                    <a:schemeClr val="dk2"/>
                  </a:solidFill>
                </a:rPr>
                <a:t>강의 자료 모음집 With Github</a:t>
              </a:r>
              <a:endParaRPr b="1" sz="24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